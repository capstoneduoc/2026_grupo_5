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gRkZXXVBXLszVeTICus9mfe6t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E8639E-09CE-4962-909D-5EF2C96FA3EB}">
  <a:tblStyle styleId="{E9E8639E-09CE-4962-909D-5EF2C96FA3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E0C83F9-D7E4-4C2C-9043-A5048F4B541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491da0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8c491da0c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c491da0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8c491da0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c491da0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8c491da0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9.jpg"/><Relationship Id="rId5" Type="http://schemas.openxmlformats.org/officeDocument/2006/relationships/image" Target="../media/image2.jpg"/><Relationship Id="rId6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“Aquí Todos Ganan”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1093224"/>
            <a:ext cx="6781049" cy="5125903"/>
            <a:chOff x="0" y="0"/>
            <a:chExt cx="6781049" cy="4590224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Daphne Cuadra 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Programadora, Diseñadora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Estructura la arquitectura visual y técnica, y codificar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462949" y="1174240"/>
              <a:ext cx="5318100" cy="15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Geraldine Inostroza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Asegura disponibilidad, seguridad, integridad y rendimiento de la base de datos de una organización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Cristóbal Rivero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Planifica, coordina y supervisa todas las fases de un trabajo para cumplir con los objetivos establecidos 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Vega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Garantiza que un software funcione correctamente y cumpla con las expectativas antes de que salga al mercado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" name="Google Shape;100;p2" title="fe04d967-c3eb-4bb5-8188-21eb8f741fb4.JPG"/>
          <p:cNvPicPr preferRelativeResize="0"/>
          <p:nvPr/>
        </p:nvPicPr>
        <p:blipFill rotWithShape="1">
          <a:blip r:embed="rId3">
            <a:alphaModFix/>
          </a:blip>
          <a:srcRect b="4916" l="0" r="0" t="10036"/>
          <a:stretch/>
        </p:blipFill>
        <p:spPr>
          <a:xfrm>
            <a:off x="4427925" y="5087875"/>
            <a:ext cx="941400" cy="1067601"/>
          </a:xfrm>
          <a:prstGeom prst="rect">
            <a:avLst/>
          </a:prstGeom>
          <a:solidFill>
            <a:srgbClr val="BCC5E4"/>
          </a:solidFill>
          <a:ln>
            <a:noFill/>
          </a:ln>
          <a:effectLst>
            <a:outerShdw blurRad="12477" rotWithShape="0" algn="ctr" dir="5400000" dist="4159">
              <a:srgbClr val="000000">
                <a:alpha val="63140"/>
              </a:srgbClr>
            </a:outerShdw>
          </a:effectLst>
        </p:spPr>
      </p:pic>
      <p:pic>
        <p:nvPicPr>
          <p:cNvPr id="101" name="Google Shape;101;p2" title="05b494fa-21c5-4296-88cd-453b935490fc.JPG"/>
          <p:cNvPicPr preferRelativeResize="0"/>
          <p:nvPr/>
        </p:nvPicPr>
        <p:blipFill rotWithShape="1">
          <a:blip r:embed="rId4">
            <a:alphaModFix/>
          </a:blip>
          <a:srcRect b="14588" l="0" r="0" t="0"/>
          <a:stretch/>
        </p:blipFill>
        <p:spPr>
          <a:xfrm>
            <a:off x="4427925" y="3770563"/>
            <a:ext cx="941399" cy="10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title="498feb87-20ff-4b2f-9098-460460cc0991.JPG"/>
          <p:cNvPicPr preferRelativeResize="0"/>
          <p:nvPr/>
        </p:nvPicPr>
        <p:blipFill rotWithShape="1">
          <a:blip r:embed="rId5">
            <a:alphaModFix/>
          </a:blip>
          <a:srcRect b="14944" l="0" r="0" t="0"/>
          <a:stretch/>
        </p:blipFill>
        <p:spPr>
          <a:xfrm>
            <a:off x="4427925" y="2453250"/>
            <a:ext cx="941400" cy="10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title="IMG_4993.jpeg"/>
          <p:cNvPicPr preferRelativeResize="0"/>
          <p:nvPr/>
        </p:nvPicPr>
        <p:blipFill rotWithShape="1">
          <a:blip r:embed="rId6">
            <a:alphaModFix/>
          </a:blip>
          <a:srcRect b="17641" l="0" r="3166" t="0"/>
          <a:stretch/>
        </p:blipFill>
        <p:spPr>
          <a:xfrm>
            <a:off x="4427925" y="1135925"/>
            <a:ext cx="941399" cy="1067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14900" y="2169775"/>
            <a:ext cx="4427400" cy="432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instituciones existe una baja participación de los estudiantes en actividades extracurriculares, lo que limita su desarrollo integral y el sentido de pertenencia con la comunidad estudiantil. Actualmente no existe un mecanismo que incentive esta participación ni la reconozca, y su gestión se realiza de manera dispersa y manual. Esto genera falta de transparencia y una limitada capacidad para medir el impacto real de las iniciativas estudiantiles.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5" y="2177325"/>
            <a:ext cx="4641300" cy="432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propone desarrollar un sistema informático web que centralice la gestión del programa, permitiendo a los estudiantes inscribirse en actividades, acumular puntos por su participación y canjearlos por premios, mientras que el personal autorizado gestiona las actividades, la participación y controla el stock de premios desde un módulo administrativo.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 sistema informático web que permita centralizar la gestión del programa de incentivos estudiantiles "Aquí Todos Ganan", facilitando la inscripción y participación en actividades extracurriculares, la asignación automática de puntajes y el canje de premios con el fin de fomentar una mayor participación e integración de la comunidad estudiantil.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25" y="4732399"/>
            <a:ext cx="10962900" cy="184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busca implementar un módulo de gestión de actividades que permita administrar actividades extracurriculares, junto con un mecanismo de inscripción y validación, y la asignación automática de puntajes una vez finalizada cada actividad. Asimismo, contempla el desarrollo de un módulo de canje de premios con control de stock, una interfaz web intuitiva y responsiva para los estudiantes, y un módulo administrativo que permita al personal autorizado gestionar actividades, validar la participación y controlar los premios, garantizando en todo momento la integridad y trazabilidad de los datos.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914374" y="1664801"/>
            <a:ext cx="100728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 y gestiona usuarios mediante roles diferenciados.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crear, clasificar y publicar actividades extracurriculares.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la inscripción de estudiantes en actividades, validando cupos y requisitos de participación.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 puntos automáticamente a los estudiantes tras finalizar cada actividad.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 los estudiantes canjear sus puntos por premios, con control de stock.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notificaciones automáticas por correo.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Otorga insignias por hitos de participación y recomienda actividades.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reportes de actividades y participación, exportables a PDF y XLS.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procesos académicos formales (notas, matrícula, mallas curriculares).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integra con sistemas institucionales externos.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procesa pagos ni transacciones monetarias..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automatiza la validación de asistencia.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usuario final del sistema. Se inscribe en actividades disponibles, registra su participación, acumula y visualiza su saldo e historial de puntos, canjea premios del catálogo y consulta su historial de canjes.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de Punto Estudiantil: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 el sistema en el día a día. Gestiona actividades, valida la participación y asistencia de los estudiantes, administra el catálogo de premios y controla el stock disponible.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Alumnos Ayudantes: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apoyan la operación del programa. Registran la participación de estudiantes en actividades y colaboran en la entrega/retiro de premios en el Punto Estudiantil.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Consejeros de Carrera: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utilizan el sistema para hacer seguimiento a la participación de los estudiantes de su carrera, apoyando el fomento de la integración estudiantil.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 de Proyecto y Equipo de Desarrollo: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es un usuario final del sistema, pero interactúa con él durante el desarrollo, pruebas y mantenimiento.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798466" y="79346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205875" y="1470200"/>
            <a:ext cx="11787600" cy="520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4396075" y="1502675"/>
            <a:ext cx="3958200" cy="5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R.21 Administrar premios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R.22 Administrar stock disponible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R.23 Descontar puntos automáticamente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R.24 Registrar retiro de premio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R.25 Notificar al estudiante de eventos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R.26 Generar reportes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R.27 Evaluar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R.28 Alertar stock bajo de premios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R.29 Consultar historial de canjes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R.30 Generar código de retiro de premio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R.31 Otorgar insignias por logros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R.32 Recomendar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R.33 Recordar actividad al estudiante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R.34 Administrar actividades por categoría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R.35 Diseño responsivo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R.36 Seguridad de credenciales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R.37 Notificaciones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R.38 Interoperabilidad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R.39 Validación de formularios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R.40 Disponibilidad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354275" y="1502675"/>
            <a:ext cx="3639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R.41 Usabilidad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R.42 Escalabilidad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R.43 Rendimiento (tiempo de respuesta)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R.44 Capacidad de usuarios concurrentes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R.45 Recuperabilidad (Backup)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R.46 Recuperación ante fallos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R.47 Portabilidad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R.48 Compatibilidad de navegadores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R.49 Confidencialidad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R.50 Integridad de datos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R.51 Capacidad de almacenamiento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82850" y="1501700"/>
            <a:ext cx="3958200" cy="5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 Inicio de sesión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 Registrar estudiantes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 Recuperar contraseña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 Cierre de sesión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R.5 Administrar contraseñas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R.6 Administrar roles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R.7 Visualizar perfil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R.8 Actualizar datos personales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R.9 Administrar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R.10 Administrar estado de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R.11 Publicar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R.12 Inscribir a actividades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R.13 Validar cupos disponibles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R.14 Validar asistencia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R.15 Registrar asistencia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R.16 Asignar puntos automáticamente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R.17 Visualizar saldo de puntos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R.18 Visualizar historial de puntos obtenidos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R.19 Validar requisitos de participación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R.20 Canjear premios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612252" y="1184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2355550"/>
            <a:ext cx="5577575" cy="2670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2925" y="2355550"/>
            <a:ext cx="5577574" cy="2670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1848347"/>
            <a:ext cx="5337151" cy="440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7905" y="1848347"/>
            <a:ext cx="4975473" cy="44065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c491da0c_0_18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61" name="Google Shape;161;g3f8c491da0c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1841597"/>
            <a:ext cx="5004099" cy="4485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g3f8c491da0c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651" y="1841597"/>
            <a:ext cx="4848602" cy="44857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8c491da0c_0_25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68" name="Google Shape;168;g3f8c491da0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75" y="1939425"/>
            <a:ext cx="4425475" cy="4293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g3f8c491da0c_0_25"/>
          <p:cNvPicPr preferRelativeResize="0"/>
          <p:nvPr/>
        </p:nvPicPr>
        <p:blipFill rotWithShape="1">
          <a:blip r:embed="rId4">
            <a:alphaModFix/>
          </a:blip>
          <a:srcRect b="0" l="2966" r="2881" t="0"/>
          <a:stretch/>
        </p:blipFill>
        <p:spPr>
          <a:xfrm>
            <a:off x="5251525" y="1939425"/>
            <a:ext cx="6665149" cy="4293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c491da0c_0_32"/>
          <p:cNvSpPr txBox="1"/>
          <p:nvPr>
            <p:ph type="title"/>
          </p:nvPr>
        </p:nvSpPr>
        <p:spPr>
          <a:xfrm>
            <a:off x="684752" y="134398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75" name="Google Shape;175;g3f8c491da0c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00" y="2401375"/>
            <a:ext cx="5970672" cy="2845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g3f8c491da0c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0775" y="2401375"/>
            <a:ext cx="5736225" cy="2845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82" name="Google Shape;182;p10"/>
          <p:cNvGraphicFramePr/>
          <p:nvPr/>
        </p:nvGraphicFramePr>
        <p:xfrm>
          <a:off x="1708434" y="23568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{E9E8639E-09CE-4962-909D-5EF2C96FA3EB}</a:tableStyleId>
              </a:tblPr>
              <a:tblGrid>
                <a:gridCol w="3217850"/>
                <a:gridCol w="4307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Inicio del proyecto 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10 de agosto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Cierre de la Fase de Planificación 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21 de agosto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Cierre de la Fase de Análisis y Diseño 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11 de septiembre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Inicio de la Fase de Desarrollo. 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14 de septiembre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Cierre de la Fase de Desarrollo 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6 de noviembre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Cierre de la Fase de Pruebas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2 de diciembre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Cierre de la Fase de Implementación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5 de diciembre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  <a:tr h="486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Entrega final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15 de diciembre de 2026 </a:t>
                      </a:r>
                      <a:endParaRPr sz="1800" u="none" cap="none" strike="noStrike"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88" name="Google Shape;188;p11"/>
          <p:cNvGraphicFramePr/>
          <p:nvPr/>
        </p:nvGraphicFramePr>
        <p:xfrm>
          <a:off x="1379788" y="18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{BE0C83F9-D7E4-4C2C-9043-A5048F4B5410}</a:tableStyleId>
              </a:tblPr>
              <a:tblGrid>
                <a:gridCol w="6497325"/>
                <a:gridCol w="2671825"/>
              </a:tblGrid>
              <a:tr h="65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</a:t>
                      </a:r>
                      <a:endParaRPr b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(CLP)</a:t>
                      </a:r>
                      <a:endParaRPr b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$1.256.034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$1.345.475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$2.258.215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Pruebas y QA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$969.150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$409.113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$6.237.987</a:t>
                      </a:r>
                      <a:endParaRPr b="1"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641252" y="1828016"/>
            <a:ext cx="10861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Ionic Framework con Angular — aplicación multiplataforma híbrida (móvil y web), interfaz responsiva y componentes modulares.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/ Orquestador: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Node.js — actúa como capa de integración entre el frontend y las APIs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de Lógica de Negocio: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(Python) — procesamiento eficiente de reglas y lógica específica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de Servicios: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Express.js (Node.js) — gestión e integración de endpoints y servicios web.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Supabase (PostgreSQL) — base de datos relacional alojada en la nube.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Git y GitHub — control de código fuente y trabajo colaborativo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913200" y="1937000"/>
            <a:ext cx="10365600" cy="345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"Aquí Todos Ganan" responde a una necesidad real de las instituciones: incentivar y reconocer de forma equitativa la participación estudiantil en actividades extracurriculares, actualmente gestionada de manera dispersa y manual. A través de un sistema web centralizado que automatiza la asignación de puntos, la inscripción a actividades y el canje de premios, se espera fortalecer el compromiso de los estudiantes con la vida institucional, entregando además seguridad y control sobre toda la información del programa. Con una planificación estructurada en cinco fases y un equipo de trabajo definido, el proyecto se desarrollará entre agosto y diciembre de 2026, cumpliendo con los estándares y sentando las bases para futuras mejoras como la automatización de la asistencia o la integración con sistemas institucionales.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